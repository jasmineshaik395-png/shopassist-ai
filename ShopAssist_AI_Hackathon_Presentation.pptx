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920240" y="11887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ShopAssist AI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920240" y="2286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E-Commerce Customer Care Bot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2880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customer queries instantly — 24/7, at scale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FlowZint AI Hackathon 2026  |  Category: Customer Care Bot  |  Team: Shaik Jasmine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 Times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5270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wait 8–15 min for basic order queries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91440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69280" y="1097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FAQs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15270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tickets are same 20 questions — wasting agent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88920"/>
            <a:ext cx="91440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😤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Resolution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3558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satisfaction due to delayed, inconsistent responses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7889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788920"/>
            <a:ext cx="91440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66928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Support Cost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33558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₹50,000+/month on human agents for routine queries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businesses lose customers daily due to poor support experiences.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ShopAssist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Customer Care Bot that resolves e-commerce queries instantly, accurately, and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389120" cy="402336"/>
          </a:xfrm>
          <a:prstGeom prst="rect">
            <a:avLst/>
          </a:prstGeom>
          <a:solidFill>
            <a:srgbClr val="F0FAF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202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Real-time order tracking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86584"/>
            <a:ext cx="4389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8658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Return &amp; refund automation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4389120" cy="402336"/>
          </a:xfrm>
          <a:prstGeom prst="rect">
            <a:avLst/>
          </a:prstGeom>
          <a:solidFill>
            <a:srgbClr val="F0FAF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529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Product Q&amp;A and recommendations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19272"/>
            <a:ext cx="4389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31927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Delivery issue escalation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85616"/>
            <a:ext cx="4389120" cy="402336"/>
          </a:xfrm>
          <a:prstGeom prst="rect">
            <a:avLst/>
          </a:prstGeom>
          <a:solidFill>
            <a:srgbClr val="F0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856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failure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251960"/>
            <a:ext cx="4389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2519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Sentiment-aware responses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960120"/>
            <a:ext cx="3383280" cy="114300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0058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394960" y="16733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94960" y="2331720"/>
            <a:ext cx="3383280" cy="114300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23774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394960" y="3044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Load Reduction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3703320"/>
            <a:ext cx="3383280" cy="114300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0" y="37490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5394960" y="44165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783080" cy="123444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(React.js)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75688" y="1536192"/>
            <a:ext cx="429768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2240280" y="1005840"/>
            <a:ext cx="1783080" cy="1234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1097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Flask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40280" y="1554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41648" y="1536192"/>
            <a:ext cx="429768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005840"/>
            <a:ext cx="1783080" cy="123444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06240" y="1097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1554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Gemini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Intent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07608" y="1536192"/>
            <a:ext cx="429768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1005840"/>
            <a:ext cx="1783080" cy="1234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097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554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2377440"/>
            <a:ext cx="1371600" cy="123444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Response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2926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/ Escalate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Human 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82128" y="2258568"/>
            <a:ext cx="73152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9260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37560"/>
          <a:ext cx="8595360" cy="1554480"/>
        </p:xfrm>
        <a:graphic>
          <a:graphicData uri="http://schemas.openxmlformats.org/drawingml/2006/table">
            <a:tbl>
              <a:tblPr/>
              <a:tblGrid>
                <a:gridCol w="2286000"/>
                <a:gridCol w="6309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+ Tailwind 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(Flask / FastAPI)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 / Gemini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274320" y="3337560"/>
            <a:ext cx="8595360" cy="3108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3"/>
          <p:cNvSpPr/>
          <p:nvPr/>
        </p:nvSpPr>
        <p:spPr>
          <a:xfrm>
            <a:off x="320040" y="3337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606040" y="33375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274320" y="3648456"/>
            <a:ext cx="8595360" cy="310896"/>
          </a:xfrm>
          <a:prstGeom prst="rect">
            <a:avLst/>
          </a:prstGeom>
          <a:solidFill>
            <a:srgbClr val="F0FAFA"/>
          </a:solidFill>
          <a:ln/>
        </p:spPr>
      </p:sp>
      <p:sp>
        <p:nvSpPr>
          <p:cNvPr id="29" name="Text 26"/>
          <p:cNvSpPr/>
          <p:nvPr/>
        </p:nvSpPr>
        <p:spPr>
          <a:xfrm>
            <a:off x="320040" y="36484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606040" y="364845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74320" y="3959352"/>
            <a:ext cx="85953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320040" y="39593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606040" y="395935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 / FastAPI)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74320" y="4270248"/>
            <a:ext cx="8595360" cy="310896"/>
          </a:xfrm>
          <a:prstGeom prst="rect">
            <a:avLst/>
          </a:prstGeom>
          <a:solidFill>
            <a:srgbClr val="F0FAFA"/>
          </a:solidFill>
          <a:ln/>
        </p:spPr>
      </p:sp>
      <p:sp>
        <p:nvSpPr>
          <p:cNvPr id="35" name="Text 32"/>
          <p:cNvSpPr/>
          <p:nvPr/>
        </p:nvSpPr>
        <p:spPr>
          <a:xfrm>
            <a:off x="320040" y="42702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606040" y="42702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/ Gemini API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74320" y="4581144"/>
            <a:ext cx="85953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320040" y="45811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2606040" y="458114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69080" cy="16916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4904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8 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45 sec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916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515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23560" y="1051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Agent Load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14904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100%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18470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30%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069080" cy="16916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971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4107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62%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7673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89%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069080" cy="16916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971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62356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Support Cost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23560" y="34107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₹50,000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37673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₹15,000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"ShopAssist AI turns support from a cost center into a competitive advantage."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A234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🤖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ShopAssist AI — Built for FlowZint AI Hackathon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Jasmine  |  Category: Customer Care Bot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4023360"/>
            <a:ext cx="2743200" cy="7315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Portal: flowzint.in/2026/ai/hackothon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ShopAssist AI - FlowZint Hackathon 2026</dc:title>
  <dc:subject>PptxGenJS Presentation</dc:subject>
  <dc:creator>PptxGenJS</dc:creator>
  <cp:lastModifiedBy>PptxGenJS</cp:lastModifiedBy>
  <cp:revision>1</cp:revision>
  <dcterms:created xsi:type="dcterms:W3CDTF">2026-05-27T06:58:25Z</dcterms:created>
  <dcterms:modified xsi:type="dcterms:W3CDTF">2026-05-27T06:58:25Z</dcterms:modified>
</cp:coreProperties>
</file>